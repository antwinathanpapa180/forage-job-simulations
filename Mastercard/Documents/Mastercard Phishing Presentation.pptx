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752e6e3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752e6e3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52e6e3a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52e6e3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752e6e3a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752e6e3a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752e6e3a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752e6e3a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sso-mastercard.com" TargetMode="External"/><Relationship Id="rId4" Type="http://schemas.openxmlformats.org/officeDocument/2006/relationships/hyperlink" Target="http://sso-mastercard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xn--mster-nva.com" TargetMode="External"/><Relationship Id="rId4" Type="http://schemas.openxmlformats.org/officeDocument/2006/relationships/hyperlink" Target="http://xn--mster-nva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Mastercard Phishing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8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Title: System Compromise: How the "Unbeatable" Teams Fell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594750"/>
            <a:ext cx="8520600" cy="29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The Reality Check: In our latest simulation, [Engineering] and [DevOps] had a 45% click rate.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The Objective: This wasn't a "gift card" scam. This was a targeted Credential Harvesting attack.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The Takeaway: If this were a real APT (Advanced Persistent Threat), we would be in a full-scale containment phase right now.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Slide 2: Anatomy of a "God-Tier" Phish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Title: Beyond the Red Flags: The Art of Technical Deception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856025"/>
            <a:ext cx="8520600" cy="22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Sub-Domain Hijacking: Using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sso-mastercard.com</a:t>
            </a:r>
            <a:r>
              <a:rPr lang="en">
                <a:solidFill>
                  <a:schemeClr val="dk1"/>
                </a:solidFill>
              </a:rPr>
              <a:t> instead of @gmail.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Social Engineering: Using "API Token Expiration" instead of "Password Reset."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• Urgency: The "15-minute decommissioning" window bypasses logical checks and triggers "Emergency Response" mode in devs.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Slide 3: Spotting the "Invisible" Payload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Title: The Developer's Toolkit: Advanced Detection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790700"/>
            <a:ext cx="85206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Header Inspection: Don't just look at the "From" name; verify the Return-Path and X-Originating-IP.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The "Hover" Test: Check for Punycode (e.g.,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xn--mster-nva.com</a:t>
            </a:r>
            <a:r>
              <a:rPr lang="en">
                <a:solidFill>
                  <a:schemeClr val="dk1"/>
                </a:solidFill>
              </a:rPr>
              <a:t>) or redirects that look like internal SSO paths but aren't.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• MFA Fatigue: Beware of "Push Prodding" where attackers spam your phone until you click "Approve" just to stop the noise.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12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Slide 4: Behavioral Defense (The Strategy)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Title: Building a "Human Firewall" in the Dev Stack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692725"/>
            <a:ext cx="8520600" cy="28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The "Wait &amp; Out-of-Band" Rule: If you get a critical alert via email, check the Slack internal security channel or the internal dashboard manually—never through the email link.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Report vs. Delete: Deleting protects you. Reporting the email via the "SOC Report" button protects the entire 30,000+ Mastercard workforce.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Zero Trust: Treat every unsolicited administrative request as "Malicious until proven otherwise."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